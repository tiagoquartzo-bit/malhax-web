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e6e488e307407c" /><Relationship Type="http://schemas.openxmlformats.org/officeDocument/2006/relationships/extended-properties" Target="/docProps/app.xml" Id="Rd30179151b0847fb" /><Relationship Type="http://schemas.openxmlformats.org/officeDocument/2006/relationships/officeDocument" Target="/ppt/presentation.xml" Id="R3ea0a22784fa49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bff67abc534b02"/>
  </p:sldMasterIdLst>
  <p:notesMasterIdLst>
    <p:notesMasterId xmlns:r="http://schemas.openxmlformats.org/officeDocument/2006/relationships" r:id="Ra8529394a6694def"/>
  </p:notesMasterIdLst>
  <p:sldIdLst>
    <p:sldId xmlns:r="http://schemas.openxmlformats.org/officeDocument/2006/relationships" id="256" r:id="Rf3f69307e2434b9d"/>
    <p:sldId xmlns:r="http://schemas.openxmlformats.org/officeDocument/2006/relationships" id="257" r:id="R1b43149c696245b5"/>
    <p:sldId xmlns:r="http://schemas.openxmlformats.org/officeDocument/2006/relationships" id="258" r:id="R3fc1fe73e04a4e04"/>
    <p:sldId xmlns:r="http://schemas.openxmlformats.org/officeDocument/2006/relationships" id="259" r:id="R35ea1f8b0bc344bf"/>
    <p:sldId xmlns:r="http://schemas.openxmlformats.org/officeDocument/2006/relationships" id="260" r:id="Re3d16995e76c41c2"/>
    <p:sldId xmlns:r="http://schemas.openxmlformats.org/officeDocument/2006/relationships" id="261" r:id="R73ed234c3b0c4c3f"/>
    <p:sldId xmlns:r="http://schemas.openxmlformats.org/officeDocument/2006/relationships" id="262" r:id="R72e6bb5b35384785"/>
    <p:sldId xmlns:r="http://schemas.openxmlformats.org/officeDocument/2006/relationships" id="263" r:id="R7bd87d0d409d4960"/>
    <p:sldId xmlns:r="http://schemas.openxmlformats.org/officeDocument/2006/relationships" id="264" r:id="Rc25dea3203864fd1"/>
    <p:sldId xmlns:r="http://schemas.openxmlformats.org/officeDocument/2006/relationships" id="265" r:id="R0c7fb0f4405b4b96"/>
    <p:sldId xmlns:r="http://schemas.openxmlformats.org/officeDocument/2006/relationships" id="266" r:id="R97ce7498965541c6"/>
    <p:sldId xmlns:r="http://schemas.openxmlformats.org/officeDocument/2006/relationships" id="267" r:id="R708c2925cbca41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57c5bc381b48fe" /><Relationship Type="http://schemas.openxmlformats.org/officeDocument/2006/relationships/slideMaster" Target="/ppt/slideMasters/slideMaster1.xml" Id="R91bff67abc534b02" /><Relationship Type="http://schemas.openxmlformats.org/officeDocument/2006/relationships/notesMaster" Target="/ppt/notesMasters/notesMaster1.xml" Id="Ra8529394a6694def" /><Relationship Type="http://schemas.openxmlformats.org/officeDocument/2006/relationships/presProps" Target="/ppt/presProps.xml" Id="Rc5e14090cde74f09" /><Relationship Type="http://schemas.openxmlformats.org/officeDocument/2006/relationships/tableStyles" Target="/ppt/tableStyles.xml" Id="Rdbf325f2f3cb4831" /><Relationship Type="http://schemas.openxmlformats.org/officeDocument/2006/relationships/slide" Target="/ppt/slides/slide1.xml" Id="Rf3f69307e2434b9d" /><Relationship Type="http://schemas.openxmlformats.org/officeDocument/2006/relationships/slide" Target="/ppt/slides/slide2.xml" Id="R1b43149c696245b5" /><Relationship Type="http://schemas.openxmlformats.org/officeDocument/2006/relationships/slide" Target="/ppt/slides/slide3.xml" Id="R3fc1fe73e04a4e04" /><Relationship Type="http://schemas.openxmlformats.org/officeDocument/2006/relationships/slide" Target="/ppt/slides/slide4.xml" Id="R35ea1f8b0bc344bf" /><Relationship Type="http://schemas.openxmlformats.org/officeDocument/2006/relationships/slide" Target="/ppt/slides/slide5.xml" Id="Re3d16995e76c41c2" /><Relationship Type="http://schemas.openxmlformats.org/officeDocument/2006/relationships/slide" Target="/ppt/slides/slide6.xml" Id="R73ed234c3b0c4c3f" /><Relationship Type="http://schemas.openxmlformats.org/officeDocument/2006/relationships/slide" Target="/ppt/slides/slide7.xml" Id="R72e6bb5b35384785" /><Relationship Type="http://schemas.openxmlformats.org/officeDocument/2006/relationships/slide" Target="/ppt/slides/slide8.xml" Id="R7bd87d0d409d4960" /><Relationship Type="http://schemas.openxmlformats.org/officeDocument/2006/relationships/slide" Target="/ppt/slides/slide9.xml" Id="Rc25dea3203864fd1" /><Relationship Type="http://schemas.openxmlformats.org/officeDocument/2006/relationships/slide" Target="/ppt/slides/slide10.xml" Id="R0c7fb0f4405b4b96" /><Relationship Type="http://schemas.openxmlformats.org/officeDocument/2006/relationships/slide" Target="/ppt/slides/slide11.xml" Id="R97ce7498965541c6" /><Relationship Type="http://schemas.openxmlformats.org/officeDocument/2006/relationships/slide" Target="/ppt/slides/slide12.xml" Id="R708c2925cbca41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2ef12c94dd44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f45439442e47a1" /><Relationship Type="http://schemas.openxmlformats.org/officeDocument/2006/relationships/notesMaster" Target="/ppt/notesMasters/notesMaster1.xml" Id="R7385d92400bf4a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382a1ecf7a4058" /><Relationship Type="http://schemas.openxmlformats.org/officeDocument/2006/relationships/notesMaster" Target="/ppt/notesMasters/notesMaster1.xml" Id="Re5cdf5161afa45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cbcddda91e4f24" /><Relationship Type="http://schemas.openxmlformats.org/officeDocument/2006/relationships/notesMaster" Target="/ppt/notesMasters/notesMaster1.xml" Id="R391a31b1e0c44f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e0298caf9a44b2" /><Relationship Type="http://schemas.openxmlformats.org/officeDocument/2006/relationships/notesMaster" Target="/ppt/notesMasters/notesMaster1.xml" Id="Rb30d3e8f9b2444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37744b521c462f" /><Relationship Type="http://schemas.openxmlformats.org/officeDocument/2006/relationships/notesMaster" Target="/ppt/notesMasters/notesMaster1.xml" Id="R64493eebb39a48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d4c79777154a8c" /><Relationship Type="http://schemas.openxmlformats.org/officeDocument/2006/relationships/notesMaster" Target="/ppt/notesMasters/notesMaster1.xml" Id="R53e70d7cca9244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d1c59a0ede41c4" /><Relationship Type="http://schemas.openxmlformats.org/officeDocument/2006/relationships/notesMaster" Target="/ppt/notesMasters/notesMaster1.xml" Id="Rab4a9ad293d94a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cb4d64134a4406" /><Relationship Type="http://schemas.openxmlformats.org/officeDocument/2006/relationships/notesMaster" Target="/ppt/notesMasters/notesMaster1.xml" Id="Re2177c86feba4a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f7f65310a64860" /><Relationship Type="http://schemas.openxmlformats.org/officeDocument/2006/relationships/notesMaster" Target="/ppt/notesMasters/notesMaster1.xml" Id="R7040b053a2084d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09ff7d9d004d76" /><Relationship Type="http://schemas.openxmlformats.org/officeDocument/2006/relationships/notesMaster" Target="/ppt/notesMasters/notesMaster1.xml" Id="Re54a11dc91ab41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11ca548d78476a" /><Relationship Type="http://schemas.openxmlformats.org/officeDocument/2006/relationships/notesMaster" Target="/ppt/notesMasters/notesMaster1.xml" Id="R88f439a4bf1a4f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7110d16164430a" /><Relationship Type="http://schemas.openxmlformats.org/officeDocument/2006/relationships/notesMaster" Target="/ppt/notesMasters/notesMaster1.xml" Id="Ra6624fb7324a40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5c261621040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bee1b560c47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f0756bc034f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dc0544ac64f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158f676ee42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4e6f62e824d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FA62CD-423C-46A2-A2B2-C648B549EB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C711EE-89BB-4108-8CCA-C58EEEC1EA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C532F1-EF52-4472-8814-056CFAF921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295F3C-B2C6-4AA6-BA53-E57F833240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34E4DD-2948-4692-AA94-DA78E37B85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16644E-53C2-46A7-A7C9-A91687A195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C86698-1390-4054-8AF8-72F652AE13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3758E5-3506-4BBE-8B8A-6C6D3E5C1F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535F96-7E85-4CAD-8883-8CB0C981A5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63D0DF-8235-4EF3-B986-C371767B8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7034d586914cc5" /><Relationship Type="http://schemas.openxmlformats.org/officeDocument/2006/relationships/slideLayout" Target="/ppt/slideLayouts/slideLayout1.xml" Id="R09ce9cb8de1b4ed1" /><Relationship Type="http://schemas.openxmlformats.org/officeDocument/2006/relationships/slideLayout" Target="/ppt/slideLayouts/slideLayout2.xml" Id="Rbf9a824910f84ca1" /><Relationship Type="http://schemas.openxmlformats.org/officeDocument/2006/relationships/slideLayout" Target="/ppt/slideLayouts/slideLayout3.xml" Id="R6bb38802f4244391" /><Relationship Type="http://schemas.openxmlformats.org/officeDocument/2006/relationships/slideLayout" Target="/ppt/slideLayouts/slideLayout4.xml" Id="R5682e27099234e24" /><Relationship Type="http://schemas.openxmlformats.org/officeDocument/2006/relationships/slideLayout" Target="/ppt/slideLayouts/slideLayout5.xml" Id="R6ec2b4014af54a83" /><Relationship Type="http://schemas.openxmlformats.org/officeDocument/2006/relationships/slideLayout" Target="/ppt/slideLayouts/slideLayout6.xml" Id="R3c499d8437704f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ce9cb8de1b4ed1"/>
    <p:sldLayoutId xmlns:r="http://schemas.openxmlformats.org/officeDocument/2006/relationships" id="2147483650" r:id="Rbf9a824910f84ca1"/>
    <p:sldLayoutId xmlns:r="http://schemas.openxmlformats.org/officeDocument/2006/relationships" id="2147483651" r:id="R6bb38802f4244391"/>
    <p:sldLayoutId xmlns:r="http://schemas.openxmlformats.org/officeDocument/2006/relationships" id="2147483652" r:id="R5682e27099234e24"/>
    <p:sldLayoutId xmlns:r="http://schemas.openxmlformats.org/officeDocument/2006/relationships" id="2147483653" r:id="R6ec2b4014af54a83"/>
    <p:sldLayoutId xmlns:r="http://schemas.openxmlformats.org/officeDocument/2006/relationships" id="2147483654" r:id="R3c499d8437704f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68a048bca94954" /><Relationship Type="http://schemas.openxmlformats.org/officeDocument/2006/relationships/image" Target="/ppt/media/image.png" Id="R4f3b7c449307434d" /><Relationship Type="http://schemas.openxmlformats.org/officeDocument/2006/relationships/image" Target="/ppt/media/image2.png" Id="Rb90692dafb854349" /><Relationship Type="http://schemas.openxmlformats.org/officeDocument/2006/relationships/notesSlide" Target="/ppt/notesSlides/notesSlide1.xml" Id="R037f2e7184ed4f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318079493641e5" /><Relationship Type="http://schemas.openxmlformats.org/officeDocument/2006/relationships/image" Target="/ppt/media/image.jpeg" Id="Re80ba712dbb84489" /><Relationship Type="http://schemas.openxmlformats.org/officeDocument/2006/relationships/notesSlide" Target="/ppt/notesSlides/notesSlide2.xml" Id="Rf37f5009c43b4b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d11b39c64944c1" /><Relationship Type="http://schemas.openxmlformats.org/officeDocument/2006/relationships/notesSlide" Target="/ppt/notesSlides/notesSlide3.xml" Id="R0457454ef73747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483919a277492e" /><Relationship Type="http://schemas.openxmlformats.org/officeDocument/2006/relationships/notesSlide" Target="/ppt/notesSlides/notesSlide4.xml" Id="Rcf61678c9bb740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20767f6e954301" /><Relationship Type="http://schemas.openxmlformats.org/officeDocument/2006/relationships/notesSlide" Target="/ppt/notesSlides/notesSlide5.xml" Id="Rea6b93cfcf0b40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aaef5396dc4697" /><Relationship Type="http://schemas.openxmlformats.org/officeDocument/2006/relationships/notesSlide" Target="/ppt/notesSlides/notesSlide6.xml" Id="R084c0431730740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91106a751e4eac" /><Relationship Type="http://schemas.openxmlformats.org/officeDocument/2006/relationships/notesSlide" Target="/ppt/notesSlides/notesSlide7.xml" Id="R5962ef4d160347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d2b11c2624586" /><Relationship Type="http://schemas.openxmlformats.org/officeDocument/2006/relationships/notesSlide" Target="/ppt/notesSlides/notesSlide8.xml" Id="R6c6ddd19865e40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878b3636174f6a" /><Relationship Type="http://schemas.openxmlformats.org/officeDocument/2006/relationships/notesSlide" Target="/ppt/notesSlides/notesSlide9.xml" Id="R1bb679bfe6b04a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1db77ec6c4ff4" /><Relationship Type="http://schemas.openxmlformats.org/officeDocument/2006/relationships/notesSlide" Target="/ppt/notesSlides/notesSlide10.xml" Id="Re85aa77a40c64d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a42ccfa8a34789" /><Relationship Type="http://schemas.openxmlformats.org/officeDocument/2006/relationships/notesSlide" Target="/ppt/notesSlides/notesSlide11.xml" Id="R59899e91a70345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85676bff204e08" /><Relationship Type="http://schemas.openxmlformats.org/officeDocument/2006/relationships/notesSlide" Target="/ppt/notesSlides/notesSlide12.xml" Id="Rfcdc854d427547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57C0B-AEE8-4048-99BC-44F047F85D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b7c449307434d"/>
          <a:srcRect xmlns:a="http://schemas.openxmlformats.org/drawingml/2006/main" l="19444" t="0" r="194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0"/>
            <a:ext cx="6286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739D2-4AA0-4D25-8662-E22C6EB8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E1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DBEC6-9EF3-4BDC-8E03-0FD2ACFBBA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692dafb854349"/>
          <a:stretch xmlns:a="http://schemas.openxmlformats.org/drawingml/2006/main"/>
        </p:blipFill>
        <p:spPr>
          <a:xfrm xmlns:a="http://schemas.openxmlformats.org/drawingml/2006/main">
            <a:off x="685800" y="595936"/>
            <a:ext cx="2952750" cy="111317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9D42D-8F43-411D-92A6-0FB5F255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MOSTRUÁRIO DA PLATAFORMA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4AFD9-7AED-4752-A26E-ED9B62BD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857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Coletas e entregas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sob controle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A8C4B-D6B7-4311-A0E4-B86394A7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524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Uma visão funcional para gestores, backoffice e equipe de rua.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4E3EB-783F-4889-BB70-4FDB8B3A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8FA2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8FA2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A2B8"/>
                </a:solidFill>
                <a:latin typeface="Arial"/>
                <a:ea typeface="Arial"/>
                <a:cs typeface="Arial"/>
              </a:rPr>
              <a:t>Outubro de 2026  ·  Prévia demonstrativa</a:t>
            </a:r>
          </a:p>
        </p:txBody>
      </p:sp>
    </p:spTree>
    <p:extLst>
      <p:ext uri="{BB962C8B-B14F-4D97-AF65-F5344CB8AC3E}">
        <p14:creationId xmlns:p14="http://schemas.microsoft.com/office/powerpoint/2010/main" val="1541183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3E009-D63A-4A02-9859-F4C7E9D9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A0636-2F29-4CD4-8F5E-E22A8767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Painel de operação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D906F-7737-46D3-BC20-B2E07580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Indicadores, mapa e ocorrências em uma visão de trabalho.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A8AC4-5FFE-41EA-92C5-B549F11F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674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81737-4AE6-49CD-A54C-3FACD37C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153D0-D4C0-4155-97E2-4BF8947D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DECISÃO COM CONTEXTO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94CB3-0366-45CB-AD5B-30B985E8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71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A equipe identifica atrasos e pendências, abre a parada relacionada e encontra ações rápidas para falar com o motorista ou ajustar a sequência.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A760D-A9D8-4E6A-A21C-F2D4C60E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O benefício esperado é reduzir consultas manuais e dar contexto para agir durante o turno.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C9770-976C-4B0B-87A7-A2C2C41FBB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ba712dbb84489"/>
          <a:stretch xmlns:a="http://schemas.openxmlformats.org/drawingml/2006/main"/>
        </p:blipFill>
        <p:spPr>
          <a:xfrm xmlns:a="http://schemas.openxmlformats.org/drawingml/2006/main">
            <a:off x="6008523" y="1809750"/>
            <a:ext cx="4651703" cy="4476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01405-E720-4DDF-9700-A286F8B8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Nomes, posições e números são ilustrativos.</a:t>
            </a:r>
          </a:p>
        </p:txBody>
      </p:sp>
    </p:spTree>
    <p:extLst>
      <p:ext uri="{BB962C8B-B14F-4D97-AF65-F5344CB8AC3E}">
        <p14:creationId xmlns:p14="http://schemas.microsoft.com/office/powerpoint/2010/main" val="7071232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21B6B-30F1-4474-8488-DDB7DDBB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4662D-DC3D-45D1-B8D9-84174DA9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Ordens, coletas e entregas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12544-5106-4760-89D5-BC8661CA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Cada parada registra o que deve acontecer e onde.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1CB8C-2A35-4442-B5D7-1AE6FE17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674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D9AD4-1B7E-4817-8BA7-6459B1B1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4BC1F-D2D4-4D48-BF90-6CAA65B4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PEDIDO E PARADAS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DED22-824E-4C03-B592-48A77112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Uma ordem pode ter quantidades independentes de coletas e entregas. Cada parada mantém endereço, tipo, sequência e responsável.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814BC-EE8F-4319-98D2-EEE46840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VOLUMES IDENTIFICÁVEIS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7940F-0F25-4738-8821-972742B2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81275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Códigos de produto ou volume associam o item à ordem. A leitura do código ajuda a conferir o que saiu para coleta e o que chegou ao destino.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7833B-CFAB-4567-AF45-06A10F61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FD0F6-9A99-417B-9307-DF8F82AB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72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Benefício operacional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CA383-5731-4B67-86B0-3060733B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720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Menos divergência entre pedido, volumes e pontos do roteiro.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CB96A-1BD9-43D7-8FEB-9210288E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Os dados desta versão ainda não representam pedidos reais da operação.</a:t>
            </a:r>
          </a:p>
        </p:txBody>
      </p:sp>
    </p:spTree>
    <p:extLst>
      <p:ext uri="{BB962C8B-B14F-4D97-AF65-F5344CB8AC3E}">
        <p14:creationId xmlns:p14="http://schemas.microsoft.com/office/powerpoint/2010/main" val="18582247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FED13-912E-407B-BCE0-3094A201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6EBEB-E783-48F2-AF89-900FAD25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Despacho e distribuição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1861D-C490-4984-ACDA-FF6145F2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Atribuição organizada para cada viagem.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B25F8-0ABA-4715-9222-05E1EC1B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674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FB9AF-F661-4FE4-8FC6-4C0AEBD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8337C-BF3C-4650-9C84-69890879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RESPONSÁVEL DEFINIDO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F0D94-89DB-41C6-8AA0-17BFDF06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O gestor relaciona pedido, motorista e veículo, organiza as paradas e visualiza o que está pendente, em andamento, concluído ou cancelado.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20890-FA1A-46A8-A8A3-89EE9029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193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MUDANÇAS RASTREÁVEIS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0BC79-D72A-4F73-88E4-5ACDAC3A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6222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Inclusões, remoções e reordenações devem guardar quem alterou, quando alterou e qual sequência o motorista recebeu.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FB786-37EB-4CEF-8CD7-7DE587F8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Resultado esperado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963F2-F043-488E-84F9-4CAD3EFC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5302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O backoffice trabalha com uma sequência visível e o motorista recebe instruções alinhadas à operação.</a:t>
            </a:r>
          </a:p>
        </p:txBody>
      </p:sp>
    </p:spTree>
    <p:extLst>
      <p:ext uri="{BB962C8B-B14F-4D97-AF65-F5344CB8AC3E}">
        <p14:creationId xmlns:p14="http://schemas.microsoft.com/office/powerpoint/2010/main" val="1551107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E50D7-34B0-42F2-8488-75B4E14A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1290C-8500-4DDE-8113-2CF39ECB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Execução pelo motorista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3752C-07E0-4068-B7EC-AB84BDE9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Um fluxo curto para usar em campo, com Android em mente.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91731-477A-4756-9157-0D539308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674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679B6-D17F-445A-8230-6AD88E1D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6D33A-D951-4718-8D0A-663727D2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ROTEIRO DO 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1D856-5111-4842-9E53-C0AD50B1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O motorista vê as próprias paradas em ordem e abre a navegação no aplicativo de mapas escolhido.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5AC29-F45C-4111-A192-2EF36498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BAIXA DA PARADA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BFBDA-3993-4767-8734-1D477A76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A execução registra etapas como a caminho, chegou ao local, entregue ou tentativa não concluída, com motivo quando necessário.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F153F-47DB-404E-83BB-7F6506D5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1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BB5B7-E8E7-40D9-B935-751D357B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Aplicativo Android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F76FD-AE33-43E3-BD8C-60108E0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A próxima etapa é validar câmera, localização e sincronização em aparelho físico. O APK de desenvolvimento ainda não representa uma versão de produção.</a:t>
            </a:r>
          </a:p>
        </p:txBody>
      </p:sp>
    </p:spTree>
    <p:extLst>
      <p:ext uri="{BB962C8B-B14F-4D97-AF65-F5344CB8AC3E}">
        <p14:creationId xmlns:p14="http://schemas.microsoft.com/office/powerpoint/2010/main" val="2012457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1A699-C020-459C-BFE9-00122B3C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89F18-2948-4410-8810-7D456000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Acompanhamento ao vivo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2B315-283B-4583-BE66-75143980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Localização só é útil quando vem acompanhada de qualidade e horário.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997D0-4BDA-4E3B-8F03-B30FA6F5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674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E60C2-CCE4-4C22-8070-9F45D1B0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91D42-D3D5-4D55-9920-A8253A8C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O QUE O GESTOR PRECISA 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DEFDF-B81D-4978-BEEA-36928D4F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762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Última posição recebida, horário da leitura e precisão estimada do GPS, com indicação clara quando o sinal estiver antigo.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CB0F0-1E13-4994-B506-ECA45939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COMO A EQUIPE 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DB28E-C72D-42B5-9A0F-EB6BAEB5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762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Ao identificar uma parada atrasada ou sem atualização, o suporte abre o pedido, consulta o histórico e tenta contato com o motorista.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274CF-497B-4920-85A3-BE4A0F93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2B4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2B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45C"/>
                </a:solidFill>
                <a:latin typeface="Arial"/>
                <a:ea typeface="Arial"/>
                <a:cs typeface="Arial"/>
              </a:rPr>
              <a:t>No protótipo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A9F34-9085-4608-9A3C-B05580A5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62525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O mapa exibe posições ilustrativas. O acompanhamento real depende da coleta de GPS no Android e da integração com o backend.</a:t>
            </a:r>
          </a:p>
        </p:txBody>
      </p:sp>
    </p:spTree>
    <p:extLst>
      <p:ext uri="{BB962C8B-B14F-4D97-AF65-F5344CB8AC3E}">
        <p14:creationId xmlns:p14="http://schemas.microsoft.com/office/powerpoint/2010/main" val="1514364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0E558-6A9A-4AA3-B888-4482A791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5D217-7969-4A4B-A490-A5187750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Histórico de rotas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ECE65-94E0-4BFE-BCA1-2BCBC294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Uma trilha verificável do que aconteceu durante a viagem.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0D5F0-EF56-4BAF-B51B-ECA7F1AA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674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CD5A5-50D6-4914-A094-091AEE91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3DF8F-505E-4B96-812C-F5159164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REPRODUÇÃO DO TRAJETO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F9689-43D8-4D1A-8099-5A5AAB87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762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Traçar pontos de GPS no mapa e percorrer a linha do tempo com controles para avançar, pausar e localizar as paradas.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C63C5-5DDE-417F-9A64-2CBAE70D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EXPORTAÇÃO PARA ANÁLISE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7EE0C-B83C-4AA0-9E44-C84B5135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Filtrar por motorista, período e viagem. Exportar pontos com data e hora, latitude, longitude, precisão e vínculo com a parada.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E723D-EDD7-4D1A-8F7B-537F8F17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Benefício esperado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38CC8-C47C-4241-8C09-4DFA29A6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967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Analisar desvios e investigar atrasos com evidências do próprio roteiro.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6429F-5BEC-4414-8442-F32F683A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A gravação contínua de GPS e a reprodução dependem da integração operacional.</a:t>
            </a:r>
          </a:p>
        </p:txBody>
      </p:sp>
    </p:spTree>
    <p:extLst>
      <p:ext uri="{BB962C8B-B14F-4D97-AF65-F5344CB8AC3E}">
        <p14:creationId xmlns:p14="http://schemas.microsoft.com/office/powerpoint/2010/main" val="20790033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E9B1E-AFA2-4142-8B1E-E941AE03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8CB7B-C285-4DE9-AF4A-D22E1B38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Comprovantes de coleta e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9BFCC-EC75-4CC5-AF61-A789A743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A baixa registra o que foi entregue e onde.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D077F-2BD1-4FFA-9794-98B09B73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674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C7BBE-2A7E-4E1E-8D55-91FD6FD6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DE5C8-C2B7-481D-9878-2B95A89E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FOTOS DA OPERAÇÃO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E7D83-1030-47CF-80E0-F2C4707B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O motorista anexa a foto da mercadoria entregue e a foto da fachada do local. A captura fica vinculada à parada correspondente.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8ADBA-3BB4-4FCF-BACA-EFEFA0B8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DADOS PARA CONFERÊNCIA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1457E-7B69-4E31-89F5-4AA0CA84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Nome de quem recebeu, status, data e hora, coordenadas do aparelho e precisão disponível ajudam a revisar uma ocorrência.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2C442-0284-462B-9A9A-FD15418F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457DA-3A47-42A1-8A3B-84717914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196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6C7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6C7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C79A"/>
                </a:solidFill>
                <a:latin typeface="Arial"/>
                <a:ea typeface="Arial"/>
                <a:cs typeface="Arial"/>
              </a:rPr>
              <a:t>Menos dúvida depois da rota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96B16-2A23-4E8D-8CCE-A1EEC861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0482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O comprovante ganha contexto para atendimento e conferência.</a:t>
            </a:r>
          </a:p>
        </p:txBody>
      </p:sp>
    </p:spTree>
    <p:extLst>
      <p:ext uri="{BB962C8B-B14F-4D97-AF65-F5344CB8AC3E}">
        <p14:creationId xmlns:p14="http://schemas.microsoft.com/office/powerpoint/2010/main" val="844884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BEEB0-B735-4A87-8535-2CF4DF50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A722C-79E7-4E3E-ABBE-0E73BBBA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Atendimento ao motorista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12B8A-1731-4974-BDEF-A7226080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Contato rápido ligado ao contexto da operação.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252B6-4E7C-441F-B9EB-DFF41B3F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674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7ABF5-765D-4E62-B315-81247ABE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67FB2-5829-47ED-8FBE-80ACBEDA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CONVERSAS NO BACKOFFICE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5AE47-B8DE-4F98-B5E6-C0B14132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O suporte localiza a conversa do motorista e entende a qual viagem, pedido ou ocorrência ela se refere.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830D7-08C9-49E3-8BFD-AF1C1D37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PRÓXIMA AÇÃO VISÍVEL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13098-068E-4D9B-9DA2-ABD63E93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A partir de um atraso ou tentativa sem sucesso, o analista abre a parada e registra como a equipe orientou o motorista.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25CDA-7280-4221-8B3E-DE78F0A2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Benefício esperado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A8F1B-CE5C-466D-845F-5EA49CB4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Evitar mensagens dispersas e facilitar a continuidade do atendimento entre turnos.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DBC53-1D88-4DA2-8AAF-AA43C284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A tela demonstrativa não confirma envio de mensagens em tempo real.</a:t>
            </a:r>
          </a:p>
        </p:txBody>
      </p:sp>
    </p:spTree>
    <p:extLst>
      <p:ext uri="{BB962C8B-B14F-4D97-AF65-F5344CB8AC3E}">
        <p14:creationId xmlns:p14="http://schemas.microsoft.com/office/powerpoint/2010/main" val="17069061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830E2-4DB3-4629-838B-AC02A420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BB7C9-7F84-4C91-ACE6-268E489E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Indicadores para gestão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715F3-614C-4AF1-BD26-9A1E4901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Comparar períodos e transformar o resumo em investigação.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A0F51-6957-4F80-A1C0-11933AAA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674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94D16-FC50-46FC-B554-C5D443A4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55D14-4916-42A0-BEE5-9AC8B591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MEDIDAS DA OPERAÇÃO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B3C2F-8952-45A6-A5F8-10C4B77F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762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Pedidos criados, coletas e entregas concluídas, atrasos, cancelamentos, tentativas sem sucesso, pontualidade e tempo médio por parada.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A1C43-3435-4A8A-91DB-FEBDE17E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ANÁLISE E EXPORTAÇÃO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36F25-375B-4C2E-83FA-330BCE94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762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Selecionar mês, semestre ou ano, filtrar indicadores e baixar CSV para trabalhar os números fora da plataforma.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E4C31-668E-4501-AB56-CAD6EA79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Uso gerencial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486E2-B82A-4325-A2A9-5F004A74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A comparação ajuda a localizar motoristas, períodos e tipos de veículo que merecem atenção.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70998-81B3-45D4-824B-02299539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Os valores vistos nas telas são fictícios. Gráficos e métricas reais exigem dados operacionais conectados.</a:t>
            </a:r>
          </a:p>
        </p:txBody>
      </p:sp>
    </p:spTree>
    <p:extLst>
      <p:ext uri="{BB962C8B-B14F-4D97-AF65-F5344CB8AC3E}">
        <p14:creationId xmlns:p14="http://schemas.microsoft.com/office/powerpoint/2010/main" val="13595379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E8E57-7D42-408D-9901-7CDDCBB8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ABC20-3226-4A66-A0C6-513ABEBB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Motoristas, veículos e usuários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924BF-0476-4E50-A1E9-FADFBE0C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Perfis separados por responsabilidade.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BD83F-47F9-430C-AB77-05EE4125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674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08B74-57F5-4A75-83FB-03E53C37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ECB14-68E7-48CD-AFBB-4CE2DE57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CADASTRO DA EQUIPE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BCB13-5E6C-4BA3-BB0B-348E5F78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762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Motoristas com nome e sobrenome, veículo e categoria operacional. O gestor pode ativar ou inativar perfis sem apagar o histórico.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414E5-9560-41ED-9E47-2059A019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HIERARQUIA DE ACESSO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D0C4D-9D96-4C72-B4E0-2FEFEB2E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Gestores, analistas e assistentes recebem permissões compatíveis com suas tarefas. O suporte acompanha a operação dentro do mesmo backoffice.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A2F9F-1709-4CA7-9849-C53B5E0C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Segurança da operação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88E98-D299-4FEA-A336-8DCCDB3F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Ações administrativas precisam registrar usuário, horário e alteração feita.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D35B6-8242-408C-96D6-79C9A680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A configuração final de papéis e auditoria precisa ser validada no backend antes do uso real.</a:t>
            </a:r>
          </a:p>
        </p:txBody>
      </p:sp>
    </p:spTree>
    <p:extLst>
      <p:ext uri="{BB962C8B-B14F-4D97-AF65-F5344CB8AC3E}">
        <p14:creationId xmlns:p14="http://schemas.microsoft.com/office/powerpoint/2010/main" val="18174319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A8630-5284-4AC1-A1BC-5D296B52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6BF42-8806-4810-AAA7-83050733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C"/>
                </a:solidFill>
                <a:latin typeface="Arial"/>
                <a:ea typeface="Arial"/>
                <a:cs typeface="Arial"/>
              </a:rPr>
              <a:t>Valor para a operação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F6277-6D0B-4BB6-896D-549AC202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Uma base única para acompanhar o pedido até o encerramento da rota.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086FC-6851-434E-892C-F4DAB827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674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183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39A"/>
                </a:solidFill>
                <a:latin typeface="Arial"/>
                <a:ea typeface="Arial"/>
                <a:cs typeface="Arial"/>
              </a:rPr>
              <a:t>MALHAX  ·  MOSTRUÁRIO FUNCIONAL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2A743-DBB9-43DB-B798-625F26E5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3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E1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70178-59DC-48F4-B7DC-B04F7FD1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PARA O GESTOR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D3DE4-CFC8-40BB-BADA-4F10F39F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Visão de entregas, coletas, atrasos e cancelamentos. Mais contexto para decidir quem atender ou que parada revisar.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E1C55-0A59-42B8-B91D-77D1C9B1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C2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C2CB"/>
                </a:solidFill>
                <a:latin typeface="Arial"/>
                <a:ea typeface="Arial"/>
                <a:cs typeface="Arial"/>
              </a:rPr>
              <a:t>PARA O TIME DE RUA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3C75C-4485-4D51-B4EF-CA0E5370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Instruções de rota, registro da execução e comprovantes vinculados à parada. Menos necessidade de explicar o mesmo evento várias vezes.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C47B9-231C-4864-AC4F-9402335B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1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18E3C-CE09-410B-80A0-6FDD087F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2B4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2B4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45C"/>
                </a:solidFill>
                <a:latin typeface="Arial"/>
                <a:ea typeface="Arial"/>
                <a:cs typeface="Arial"/>
              </a:rPr>
              <a:t>Estágio atual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D9E61-0806-4CD4-80E9-D4DDAE8C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625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4F7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C"/>
                </a:solidFill>
                <a:latin typeface="Arial"/>
                <a:ea typeface="Arial"/>
                <a:cs typeface="Arial"/>
              </a:rPr>
              <a:t>A interface é um protótipo demonstrativo. Para operar com dados reais, ainda faltam integrar banco e permissões, GPS, fotos, conversas, sincronização offline e validação do app Android.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FAD7F-A763-447A-8C3E-E91FF9FB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6C4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4D5"/>
                </a:solidFill>
                <a:latin typeface="Arial"/>
                <a:ea typeface="Arial"/>
                <a:cs typeface="Arial"/>
              </a:rPr>
              <a:t>Benefícios descritos são objetivos de produto, sem promessa de resultado quantitativo.</a:t>
            </a:r>
          </a:p>
        </p:txBody>
      </p:sp>
    </p:spTree>
    <p:extLst>
      <p:ext uri="{BB962C8B-B14F-4D97-AF65-F5344CB8AC3E}">
        <p14:creationId xmlns:p14="http://schemas.microsoft.com/office/powerpoint/2010/main" val="163551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2026-10-09T14:16:41.9840000Z</dcterms:created>
  <dcterms:modified xsi:type="dcterms:W3CDTF">2026-10-09T14:16:41.9840000Z</dcterms:modified>
</coreProperties>
</file>